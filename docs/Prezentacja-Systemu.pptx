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188720"/>
            <a:ext cx="2194560" cy="2194560"/>
          </a:xfrm>
          <a:prstGeom prst="ellipse">
            <a:avLst/>
          </a:prstGeom>
          <a:solidFill>
            <a:srgbClr val="0F766E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783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7 · WDROŻENIE I PREZENTACJA SYSTEMU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E-Barber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zarządzania salonem barberskim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Wdrożenie demonstracyjne: Praga Barbers · Warszawa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3951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Wdrożony w Dockerze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840480" y="502920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523951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testy · 100 %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040880" y="502920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5239512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2668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 użytkowników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076895" y="6355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systemu · 13.06.2026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i rozwiązanie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papierowego terminarza do cyfrowego źródła prawdy o terminach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737360"/>
            <a:ext cx="507492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37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PRZED — papier i telefon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jednego źródła prawdy o terminach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Podwójne rezerwacje tego samego fryzjera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umawiani na dni wolne pracowników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historii wizyt i preferencji klienta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zmiana oferty wymaga telefonu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803240" y="3611880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00" y="3749040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76695" y="17373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76695" y="1737360"/>
            <a:ext cx="50749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0"/>
          <p:cNvSpPr/>
          <p:nvPr/>
        </p:nvSpPr>
        <p:spPr>
          <a:xfrm>
            <a:off x="6751015" y="1737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— system E-Barber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51015" y="256032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kalendarz — jedno źródło prawdy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kolizji: interfejs + logika + baza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Urlopy widoczne; blokują wolne sloty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notatki, tagi i historia wizyt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administratora — samodzielna obsługa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Aktorzy i role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rola rozwiązuje inny problem salonu; uprawnienia egzekwowane wszędzie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393338" cy="43434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874520"/>
            <a:ext cx="777240" cy="77724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066544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874520"/>
            <a:ext cx="1930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Klient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60120" y="2880360"/>
            <a:ext cx="27989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Rezerwacja online w kalendarzu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Kalendarz z procentem obłożenia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„Moje wizyty” i anulowanie własnej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Edycja profilu (hasło, e-mail)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99178" y="1600200"/>
            <a:ext cx="3393338" cy="43434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91786" y="1874520"/>
            <a:ext cx="777240" cy="77724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810" y="206654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3618" y="1874520"/>
            <a:ext cx="1930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Fryzjer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719218" y="2880360"/>
            <a:ext cx="27989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dnia i kalendarz salonu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swoich klientów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Samodzielne zgłaszanie urlopów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statusu wizyty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58277" y="1600200"/>
            <a:ext cx="3393338" cy="43434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0885" y="1874520"/>
            <a:ext cx="777240" cy="77724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909" y="206654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92717" y="1874520"/>
            <a:ext cx="1930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478317" y="2880360"/>
            <a:ext cx="27989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Zespół, usługi, konta (CRUD)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rezerwacje i urlopy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Ustawienia salonu i godziny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Scalanie kart klientów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Moduły systemu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modułów funkcjonalnych, każdy z własnym zakresem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98424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3969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55648" y="198424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Użytkownicy i sesje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41832" y="277063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logowanie, profil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99178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91786" y="198424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34" y="213969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14746" y="198424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Rezerwacje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0930" y="277063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wizyty i kontrola kolizji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58277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0885" y="198424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3" y="213969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73845" y="198424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Harmonogram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60029" y="277063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kalendarz, sloty, urlopy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2688" y="408736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24281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55648" y="408736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Powiadomienia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41832" y="48737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zdarzenia i wiadomości do klienta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99178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91786" y="408736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234" y="4242816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14746" y="408736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Zasoby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700930" y="48737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i katalog usług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158277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0885" y="4087368"/>
            <a:ext cx="658368" cy="658368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3" y="4242816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73845" y="4087368"/>
            <a:ext cx="2113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Konfiguracja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460029" y="487375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salonu i godziny pracy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rezerwacja online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Najczęstszy scenariusz — pięć kroków klienta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29868" y="21488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229868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Usługa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z cennika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42375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899334" y="19202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9122" y="21488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3489122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990774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Fryzjer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990774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specjalisty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1629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5158588" y="19202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48376" y="21488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5748376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250028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Kalendarz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0028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obłożenie dnia w %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060883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7417841" y="19202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07629" y="21488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3"/>
          <p:cNvSpPr/>
          <p:nvPr/>
        </p:nvSpPr>
        <p:spPr>
          <a:xfrm>
            <a:off x="8007629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509281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 15 min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509281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 = dostępność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320136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9677095" y="19202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0266883" y="21488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29"/>
          <p:cNvSpPr/>
          <p:nvPr/>
        </p:nvSpPr>
        <p:spPr>
          <a:xfrm>
            <a:off x="10266883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9768535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Potwierdzenie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768535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na serwerze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0080" y="429768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601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w kalendarzu = obłożenie dnia / dostępność slotu: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60120" y="5029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155448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wolne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3566160" y="5029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A8A04"/>
          </a:solidFill>
          <a:ln/>
        </p:spPr>
      </p:sp>
      <p:sp>
        <p:nvSpPr>
          <p:cNvPr id="40" name="Text 37"/>
          <p:cNvSpPr/>
          <p:nvPr/>
        </p:nvSpPr>
        <p:spPr>
          <a:xfrm>
            <a:off x="416052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6172200" y="5029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/>
        </p:spPr>
      </p:sp>
      <p:sp>
        <p:nvSpPr>
          <p:cNvPr id="42" name="Text 39"/>
          <p:cNvSpPr/>
          <p:nvPr/>
        </p:nvSpPr>
        <p:spPr>
          <a:xfrm>
            <a:off x="676656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wysokie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8778240" y="5029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44" name="Text 41"/>
          <p:cNvSpPr/>
          <p:nvPr/>
        </p:nvSpPr>
        <p:spPr>
          <a:xfrm>
            <a:off x="937260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/ zajęte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kalendarz i urlopy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Dostępność liczona w czasie rzeczywistym; urlop chroni klienta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920240"/>
            <a:ext cx="603504" cy="603504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06654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9202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Kalendarz salonu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2743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Widok miesięczny z mapą obłożenia każdego dnia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zamknięte i pełne są wyszarzone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Widok dzienny — grafik per fryzjer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Sloty 15-minutowe z kolorem dostępności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17920" y="173736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Urlop fryzjera chroni klienta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7920" y="2240280"/>
            <a:ext cx="53336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73952" y="2459736"/>
            <a:ext cx="530352" cy="53035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5877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386584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Fryzjer dodaje urlop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178040" y="2752344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początek, koniec, powód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701888" y="3182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3410712"/>
            <a:ext cx="53336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73952" y="3630168"/>
            <a:ext cx="530352" cy="53035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75818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557016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anuluje kolidujące wizyty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78040" y="3922776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jednej transakcji w bazie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701888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217920" y="4581144"/>
            <a:ext cx="53336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73952" y="4800600"/>
            <a:ext cx="530352" cy="53035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9286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4727448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dostaje powiadomienie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5093208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„Wizyta odwołana” + termin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Architektura techniczna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Lekki serwer Node.js + PostgreSQL, uruchamiane w Dockerze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5915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304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Przeglądarka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9728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 Modules)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po stronie klienta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840480" y="2788920"/>
            <a:ext cx="7772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617720" y="21031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3591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2304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— Node.js 20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9204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node:http, API, CSRF,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rate-limit, pliki statyczne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635240" y="2788920"/>
            <a:ext cx="7772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412480" y="21031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3591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304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— PostgreSQL 16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68680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btree_gist, pgcrypto,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constrainty EXCLUDE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840480" y="2404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:5173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635240" y="2404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:5432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40080" y="4114800"/>
            <a:ext cx="1091153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6012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Stos technologiczny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60120" y="470916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430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26280" y="470916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091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(bez frameworka)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092440" y="470916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7532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60120" y="521208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4300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526280" y="521208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0916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8092440" y="521208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27532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node:test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Bezpieczeństwo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Ochrona wielowarstwowa — od hasła po ograniczenia bazy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2048256"/>
            <a:ext cx="713232" cy="71323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0116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Hasła scrypt + sól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487168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nigdy nie zna hasła jawnie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78728" y="17373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71336" y="2048256"/>
            <a:ext cx="713232" cy="71323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72" y="22219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7448" y="20116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Sesje HttpOnly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67448" y="2487168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w ciasteczku, w bazie skrót; SameSite=Lax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32688" y="3922776"/>
            <a:ext cx="713232" cy="71323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40965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388620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Ochrona CSRF + rate-limit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361688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Origin/Referer; limit prób logowania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78728" y="361188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71336" y="3922776"/>
            <a:ext cx="713232" cy="713232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072" y="409651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67448" y="388620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Zakres danych wg roli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67448" y="4361688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widzi tylko własne dane; brak wycieku list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podwójnej rezerwacji jest blokowane jednocześnie w interfejsie, w logice aplikacji i w bazie (constraint EXCLUDE).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Jakość — testy systemu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6: trójpoziomowy zestaw testów, w pełni zautomatyzowany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737360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57860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— 100% pass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59404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59404" y="1737360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550844" y="257860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pokrycie linii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78728" y="1737360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370168" y="257860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pokrycie gałęzi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98051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98051" y="1737360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189491" y="257860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defekt — naprawiony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400" y="3794760"/>
            <a:ext cx="603504" cy="603504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941064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3776472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jednostkowe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32688" y="4434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pojedyncze funkcje w izolacji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399178" y="352044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73498" y="3794760"/>
            <a:ext cx="603504" cy="603504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802" y="3941064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05018" y="3776472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modułowych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691786" y="4434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 współpracy funkcji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158277" y="352044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432597" y="3794760"/>
            <a:ext cx="603504" cy="603504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3941064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64117" y="3776472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funkcjonalnych E2E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450885" y="4434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stos na PostgreSQL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Automatyzacja: skrypty npm + CI (GitHub Actions) z usługowym kontenerem PostgreSQL. Szczegóły: Plan-testow.md, Raport-testow.md.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Wdrożenie systemu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Cały stos jednym poleceniem; zweryfikowany testami dymnymi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0F2E33"/>
          </a:solidFill>
          <a:ln/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64592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-d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5943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724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kontenerów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5468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5544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Usługa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barbershop-app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(healthy)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postgres:16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(healthy)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2606040"/>
            <a:ext cx="4693615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32320" y="2724912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dymne — zaliczone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2186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16368" y="316382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→ {"ok":true}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027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16368" y="3547872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Strona: „Praga Barbers — Barber Studio”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98678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16368" y="393192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administratora — OK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3708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16368" y="43159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z bazy: 2 fryzjerów, 4 usługi, 5 wizyt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640080" y="49834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960120" y="49834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 </a:t>
            </a:r>
            <a:pPr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http://127.0.0.1:5173</a:t>
            </a:r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Konta demo (hasło 1234):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fryzjer · klient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Prezentacja systemu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Podsumowanie projektu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7008" y="1563624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 1–3: koncepcja, aktorzy, przypadki użycia, wymagania i modele (Część I i II)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07008" y="2221992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 4–5: implementacja — backend Node.js, frontend, baza PostgreSQL, Docker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4436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07008" y="2880360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6: testy systemu — 103 testy, 100% pass, automatyzacja w CI, defekt naprawiony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02736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07008" y="3538728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7: wdrożenie jednym poleceniem + dokumentacja końcowa</a:t>
            </a:r>
            <a:endParaRPr lang="en-US" sz="1550" dirty="0"/>
          </a:p>
        </p:txBody>
      </p:sp>
      <p:sp>
        <p:nvSpPr>
          <p:cNvPr id="13" name="Shape 6"/>
          <p:cNvSpPr/>
          <p:nvPr/>
        </p:nvSpPr>
        <p:spPr>
          <a:xfrm>
            <a:off x="640080" y="45262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1005840" y="45262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Rezultat: gotowy system wdrożony w środowisku Docker + komplet dokumentacji końcowej.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640080" y="5806440"/>
            <a:ext cx="10911535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4008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Dziękujemy za uwagę — zapraszamy do pytań i demonstracji na żywo.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8351215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13.06.2026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E-Barber — prezentacja systemu</dc:title>
  <dc:subject>PptxGenJS Presentation</dc:subject>
  <dc:creator>Zespół projektowy E-Barber</dc:creator>
  <cp:lastModifiedBy>Zespół projektowy E-Barber</cp:lastModifiedBy>
  <cp:revision>1</cp:revision>
  <dcterms:created xsi:type="dcterms:W3CDTF">2026-06-13T11:26:14Z</dcterms:created>
  <dcterms:modified xsi:type="dcterms:W3CDTF">2026-06-13T11:26:14Z</dcterms:modified>
</cp:coreProperties>
</file>