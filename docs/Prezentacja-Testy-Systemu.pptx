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Jednostkowe</c:v>
                  </c:pt>
                  <c:pt idx="1">
                    <c:v>Modułowe</c:v>
                  </c:pt>
                  <c:pt idx="2">
                    <c:v>Funkcjonalne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29768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0F766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361188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14B8A6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92608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5EEAD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6 · TESTY SYSTEMU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systemu E-Barber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implementacja · automatyzacja · raport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zarządzania barbershopem — Praga Barbers / HairBook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193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 / 103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5669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zielonych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50749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5193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5669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pokrycia linii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50749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F2E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5193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5669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defekt — naprawiony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1215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Prezentacja: 13.06.2026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 i zakres testów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testujemy i czego dotyczą testy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potwierdzić zgodność systemu z wymaganiami z Części II (§6) oraz zabezpieczyć kod przed regresją w dalszym rozwoju.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5272888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94560"/>
            <a:ext cx="527288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94560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zakresie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domenowa frontu — kalendarz, sloty, obłożenie, rezerwacje (src/core.js)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uwierzytelniania — hasła, sesje, walidacja (server/auth.mjs)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Pełen stos HTTP → routing → logika → PostgreSQL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 biznesowe: kolizje, urlopy, role, CSRF, limit logowań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78728" y="2194560"/>
            <a:ext cx="5272888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78728" y="2194560"/>
            <a:ext cx="5272888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0"/>
          <p:cNvSpPr/>
          <p:nvPr/>
        </p:nvSpPr>
        <p:spPr>
          <a:xfrm>
            <a:off x="6553048" y="2194560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Poza zakresem (MVP)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53048" y="292608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płatności / prowizji / fakturowania (celowo pominięty)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wydajnościowe pod realnym obciążeniem produkcyjnym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UI w przeglądarce (manualne, poza tym dokumentem)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Strategia — piramida testów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Szybka, szeroka podstawa; wąski, ale reprezentatywny szczyt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05840" y="4526280"/>
            <a:ext cx="5669280" cy="841248"/>
          </a:xfrm>
          <a:prstGeom prst="roundRect">
            <a:avLst>
              <a:gd name="adj" fmla="val 6522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46542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Jednostkowe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5001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2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pojedyncze funkcje, izolacja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828800" y="361188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2880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Modułowe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2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współpraca funkcji modułu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14600" y="269748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5EEAD4"/>
          </a:solidFill>
          <a:ln/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14600" y="28254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</a:t>
            </a:r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Funkcjonalne (E2E)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14600" y="3172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PostgreSQL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840" y="5577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Razem: 103 testy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80960" y="2286000"/>
            <a:ext cx="3870655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55280" y="246888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Dlaczego tak?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55280" y="2971800"/>
            <a:ext cx="3322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niżej, tym szybciej i taniej — testy jednostkowe biegną w ułamku sekundy, bez bazy.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modułowe łapią błędy integracji wewnątrz modułu (spójność wyników).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E2E potwierdzają realne zachowanie systemu na prawdziwym PostgreSQL.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poziom uruchamiany osobno lub razem (npm + CI).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poziomy testów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dokładnie sprawdza każdy poziom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393338" cy="44805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8105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9568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61818" y="1755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932688" y="25420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Jednostkowe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32688" y="292608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tests/unit/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32688" y="3310128"/>
            <a:ext cx="28446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createBooking, hasBookingConflict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buildCalendarSlots, dayAvailability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scrypt: hash/verify, walidacja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monthGrid, wall-clock, formatery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99178" y="1554480"/>
            <a:ext cx="3393338" cy="44805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91786" y="18105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090" y="195681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0917" y="1755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4691786" y="25420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Modułowe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91786" y="292608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tests/module/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691786" y="3310128"/>
            <a:ext cx="28446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Harmonogram: sloty ↔ minuty ↔ obłożenie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Rezerwacje: pełny cykl życia wizyty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Sesja: walidacja → hash → ciasteczko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Inwarianty współpracy funkcji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58277" y="1554480"/>
            <a:ext cx="3393338" cy="44805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50885" y="18105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189" y="195681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80015" y="1755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8450885" y="254203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Funkcjonalne (E2E)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450885" y="292608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tests/functional/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450885" y="3310128"/>
            <a:ext cx="28446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Logowanie, sesja, zakres wg roli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Rezerwacje: 201 / kolizja 409 / 400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Urlop anuluje wizytę + powiadomienie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403, limit logowań 429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Środowisko i narzędzia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 zgodny z projektem — zero zbędnych zależności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98424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3969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96596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node:test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41832" y="274320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 runner testów (Node 20+)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99178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91786" y="198424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34" y="213969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96458" y="196596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node:assert/strict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0930" y="274320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asercje bez dodatkowych bibliotek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58277" y="169164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0885" y="198424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3" y="213969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55557" y="196596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Pokrycie kodu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60029" y="274320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--experimental-test-coverage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2688" y="408736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24281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37360" y="406908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41832" y="484632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E2E (btree_gist, pgcrypto)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99178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91786" y="408736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234" y="4242816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96458" y="406908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700930" y="484632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lokalna baza jednym poleceniem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158277" y="379476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0885" y="4087368"/>
            <a:ext cx="640080" cy="640080"/>
          </a:xfrm>
          <a:prstGeom prst="ellipse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3" y="4242816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55557" y="4069080"/>
            <a:ext cx="21588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460029" y="4846320"/>
            <a:ext cx="2844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testy na każdym pushu/PR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Automatyzacja procesu testowania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polecenie lokalnie, pełen przebieg w CI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F2E33"/>
          </a:solidFill>
          <a:ln/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Skrypty npm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578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jednostkowe + modułowe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2843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test:unit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0906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jednostkowe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0120" y="3355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test:module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36027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modułowe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test:functional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4114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E2E (wymaga bazy)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43799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test:functional:db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46268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wstaje baza w Dockerze + E2E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0120" y="4892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test:all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5138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poziomy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0120" y="5404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test:coverage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56509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jedn. + mod. z pokryciem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83680" y="173736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— GitHub Actions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2240280"/>
            <a:ext cx="49679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0" y="2240280"/>
            <a:ext cx="109728" cy="7498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233172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request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03720" y="2642616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wyzwolenie pipeline'u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884768" y="2990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0" y="3191256"/>
            <a:ext cx="49679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83680" y="3191256"/>
            <a:ext cx="109728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7"/>
          <p:cNvSpPr/>
          <p:nvPr/>
        </p:nvSpPr>
        <p:spPr>
          <a:xfrm>
            <a:off x="6903720" y="3282696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Jednostkowe + modułowe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903720" y="359359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pomiarem pokrycia (bez bazy)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884768" y="39410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▼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83680" y="4142232"/>
            <a:ext cx="49679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583680" y="4142232"/>
            <a:ext cx="109728" cy="7498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2"/>
          <p:cNvSpPr/>
          <p:nvPr/>
        </p:nvSpPr>
        <p:spPr>
          <a:xfrm>
            <a:off x="6903720" y="4233672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Funkcjonalne (E2E)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903720" y="4544568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usługowym kontenerze PostgreSQL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884768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▼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83680" y="5093208"/>
            <a:ext cx="49679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583680" y="5093208"/>
            <a:ext cx="109728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7"/>
          <p:cNvSpPr/>
          <p:nvPr/>
        </p:nvSpPr>
        <p:spPr>
          <a:xfrm>
            <a:off x="6903720" y="5184648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Zielony build ✓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6903720" y="5495544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 scalenia zmian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Wyniki testów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na 13.06.2026 · Node v24 · PostgreSQL 16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245356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627632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— 100% pass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59404" y="1508760"/>
            <a:ext cx="245356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59404" y="1627632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550844" y="24688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pokrycie linii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1508760"/>
            <a:ext cx="245356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78728" y="1627632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370168" y="24688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pokrycie gałęzi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98051" y="1508760"/>
            <a:ext cx="245356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98051" y="1627632"/>
            <a:ext cx="2453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189491" y="246888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czerwonych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29184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3401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wg poziomu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22960" y="374904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6858000" y="3291840"/>
            <a:ext cx="4693615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132320" y="3401568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Pokrycie (jedn. + mod.)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794760"/>
          <a:ext cx="4144975" cy="914400"/>
        </p:xfrm>
        <a:graphic>
          <a:graphicData uri="http://schemas.openxmlformats.org/drawingml/2006/table">
            <a:tbl>
              <a:tblPr/>
              <a:tblGrid>
                <a:gridCol w="1409292"/>
                <a:gridCol w="911895"/>
                <a:gridCol w="911895"/>
                <a:gridCol w="91189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Gałęzie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Funkcje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auth.mjs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Wykryty defekt i poprawka (D-01)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 red → green: test najpierw, potem naprawa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Niezgodność ze specyfikacją (§8.1): </a:t>
            </a:r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końcowe rezerwacji miały być nieodwracalne, a serwer pozwalał cofnąć „zrealizowana” → „potwierdzona”.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272888" cy="2286000"/>
          </a:xfrm>
          <a:prstGeom prst="roundRect">
            <a:avLst>
              <a:gd name="adj" fmla="val 32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48840"/>
            <a:ext cx="109728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402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PRZED — test czerwony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/api/bookings/:id/status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status: "confirmed" }  →  200 OK  ✗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stan końcowy nieodwracalny — fail (1)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walidowano tylko nazwę statusu, nie stan bieżący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2148840"/>
            <a:ext cx="5272888" cy="2286000"/>
          </a:xfrm>
          <a:prstGeom prst="roundRect">
            <a:avLst>
              <a:gd name="adj" fmla="val 32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8728" y="2148840"/>
            <a:ext cx="109728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6553048" y="22402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— test zielony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53048" y="2606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 stanu completed/cancelled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inny status  →  400  „Wizyta jest już zakończona…”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53048" y="338328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stan końcowy nieodwracalny — pass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maszyna stanów egzekwowana, test regresyjny w zestawie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2027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48280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93776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45920" y="4736592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— poprawka testowalności.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server.mjs nie startuje już automatycznie przy imporcie (wydzielony handler + straż „głównego modułu”). Ten sam handler uruchamiamy w testach E2E na efemerycznym porcie — zachowanie produkcyjne bez zmian.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572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Identyfikowalność wymagań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44752" y="9144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wymaganie z Części II §6 ma powiązany test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11535" cy="914400"/>
        </p:xfrm>
        <a:graphic>
          <a:graphicData uri="http://schemas.openxmlformats.org/drawingml/2006/table">
            <a:tbl>
              <a:tblPr/>
              <a:tblGrid>
                <a:gridCol w="1745846"/>
                <a:gridCol w="6437806"/>
                <a:gridCol w="2727884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Wymaganie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Uwierzytelnianie użytkowników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Jedn. ·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WF-04/05/06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Blokada terminu: poza godzinami · w przeszłości · w urlopie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 anuluje wyłącznie własną wizytę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Urlop anuluje kolidujące wizyty + powiadomienie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Stany końcowe rezerwacji nieodwracalne (§8.1)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· D-01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Hasła jako skrót + sól (scrypt), brak jawnego hasła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Jedn. · Mod.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nieudanych prób logowania (429)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Niemożliwość podwójnej rezerwacji (UI · logika · baza)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Jedn. · Mod. ·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 uprawnienia przy każdej akcji (401/403)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Jedn. ·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strefa czasowa — wall-clock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Jedn. · Mod.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E-Barber · Testy systemu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778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Wnioski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9656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73736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cele etapu 6 osiągnięte: plan, implementacja, automatyzacja, raport.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38404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2450592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testy na trzech poziomach — 100% przechodzi; pokrycie logiki 100% linii / 96% gałęzi.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3163824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Wykryto i naprawiono 1 realną niezgodność ze specyfikacją (D-01) — z testem regresyjnym.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59352"/>
            <a:ext cx="384048" cy="3840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3877056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w pełni zautomatyzowany: skrypty npm + CI (GitHub Actions) z bazą PostgreSQL.</a:t>
            </a:r>
            <a:endParaRPr lang="en-US" sz="16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72584"/>
            <a:ext cx="384048" cy="38404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4440" y="459028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Zestaw testów to trwała siatka bezpieczeństwa dla dalszego rozwoju systemu.</a:t>
            </a:r>
            <a:endParaRPr lang="en-US" sz="1650" dirty="0"/>
          </a:p>
        </p:txBody>
      </p:sp>
      <p:sp>
        <p:nvSpPr>
          <p:cNvPr id="15" name="Shape 7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E-Barber · Praga Barbers / HairBook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7436815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6 — Testy systemu · 13.06.2026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Testy systemu E-Barber — Etap 6</dc:title>
  <dc:subject>PptxGenJS Presentation</dc:subject>
  <dc:creator>Zespół projektowy E-Barber</dc:creator>
  <cp:lastModifiedBy>Zespół projektowy E-Barber</cp:lastModifiedBy>
  <cp:revision>1</cp:revision>
  <dcterms:created xsi:type="dcterms:W3CDTF">2026-06-13T11:03:53Z</dcterms:created>
  <dcterms:modified xsi:type="dcterms:W3CDTF">2026-06-13T11:03:53Z</dcterms:modified>
</cp:coreProperties>
</file>